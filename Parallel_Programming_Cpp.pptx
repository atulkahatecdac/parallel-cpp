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Using C++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Material – 32 Hours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– C++ Parallel Programming Fundamentals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Parallel Programming?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programming divides a computational problem into parts that can execute simultaneously.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reduce execution time, process larger problems, or improve resource utilization.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contain multiple cores, making parallel execution a practical programming technique.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is useful in scientific computing, simulations, data processing, image processing, and machine learning.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with Modern C++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C++ provides language and library facilities for expressing concurrent and parallel programs.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facilities include threads, futures, algorithms, lambda expressions, and standard-library support.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must consider data sharing, synchronization, dependencies, and workload distribution.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should be introduced where the computational workload justifies its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Metaprogramming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metaprogramming performs computation or generates behavior using C++ templates.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move some computation from run time to compile time.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useful for generic and reusable high-performance code.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metaprogramming can become complex; it should be used where it provides a clear benefit.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Expressions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an anonymous function that can be defined close to where it is used.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form: [capture](parameters) { statements; }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especially useful with standard algorithms and parallel algorithms.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lists determine how variables from the surrounding scope are accessed.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Libraries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programs can be developed using language features, standard libraries, and dedicated parallel frameworks.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Libraries/frameworks can provide thread management, parallel loops, synchronization, and scheduling.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library depends on the application, hardware, portability, and required level of control.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this course include OpenMP and C++ parallel programming facilities.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independent parts of the computation.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workload into tasks or data partitions.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data is shared and which is private.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dependencies between operations.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appropriate parallelization strategy.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and verify correctness.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– Parallel Computing Concepts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and Classification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describes how computational requirements grow with input size.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algorithms must consider both computation and communication/synchronization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may contain serial and parallel portions.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available parallel work limits the achievable speedup.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measures how much faster a parallel program is than a baseline sequential program.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= Sequential execution time / Parallel execution time.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speedup with P processors is P, but real programs normally achieve less.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Synchronization, communication, load imbalance, and serial work reduce speedup.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relates achieved speedup to the number of processing units.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= Speedup / Number of processors.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close to 1 indicates effective utilization of available processing resources.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usually decreases as more processing units are added.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Schedules, Job Submission and Batch Systems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workloads may be executed interactively or through batch systems.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allocates computing resources to submitted jobs.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system allows users to specify resource requirements and execution commands.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includes CPU cores, memory, execution time, and other available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Pthreads and OpenMP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provides a low-level API for creating and managing threads.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provides compiler directives, runtime functions, and environment variables for shared-memory parallelism.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offers detailed control but requires more programming effort.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allows many parallel patterns to be expressed with relatively small changes to serial C/C++ code.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Methods and Parallel Applications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often contain repeated computations that can be parallelized.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numerical integration, iterative methods, matrix operations, and simulation.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iterations can often be executed concurrently.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between iterations must be analyzed before parallelization.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computation provides a simple example for understanding recursive parallelism.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calls can expose parallel work.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creating too many tasks can introduce large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 demonstrates the difference between theoretical parallelism and useful parallelism.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Incrementing an Array in Parallel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operation can be divided among multiple threads.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processes a separate range of array elements.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element is independently updated, synchronization may not be necessary.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simple example of data parallelism.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Execution and Fork-Join Algorithms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fork-join algorithm divides execution into parallel branches and later combines them.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Fork: create parallel work.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wait for parallel work to complete before continuing.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Fork-join is a common pattern in parallel algorithms.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condition occurs when multiple threads access shared data and the final result depends on execution order.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Read-modify-write operations are particularly vulnerable.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can produce incorrect and non-deterministic results.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synchronization or redesigned data ownership is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Hardware and the ABA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mechanisms coordinate access to shared data.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perform certain updates without exposing intermediate states.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ABA problem can occur in lock-free algorithms when a value changes from A to B and back to A.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concurrent algorithm design must account for such subtle cases.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Parallel Algorithms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requires identifying independent work and assigning it to execution units.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tasks should be balanced against thread/task creation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should be minimized where safe.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must be measured rather than assumed.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– Experimental Work with PASM / Parallel Environment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required source files and compiler environment.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installed compiler and parallel programming support.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sequential baseline before creating the parallel version.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supplied make/build mechanism where applicable.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Files and Software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source files used by the experiment.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sequential and parallel versions separately when comparing performance.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compiler options and execution parameters.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same input data is used for fair comparisons.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Makefile and Build Process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Makefile automates compilation and linking.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maintain separate targets for serial and parallel executables.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flags should enable the required parallel programming support.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 improves repeatability of experiments.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– Baseline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execute a sequential Fibonacci program.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selected input sizes.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result as the baseline for later comparison.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correctness before optimizing or parallelizing.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– Serial Version of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serial algorithm using a clear and repeatable approach.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for increasing input sizes.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 and observe how execution grows.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measurements when evaluating the parallel implementation.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– 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independent recursive computations.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parallel tasks for suitable recursive branches.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excessive task creation for very small subproblems.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and correctness with the serial version.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Performance with Speedup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program using different numbers of threads.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each configuration.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speedup relative to the sequential baseline.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or tabulate execution time and speedup.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Processor Utilization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available processing resources are used during execution.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idle processors, uneven workload distribution, and synchronization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processor utilization does not automatically mean good scalability.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measurements to explain performance behavior.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and Weak Scaling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scaling: keep the problem size fixed and increase the number of processing units.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scaling: increase the problem size as the number of processing units increases.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 examines how quickly a fixed problem can be solved.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 examines whether the system can maintain performance as workload grows.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– Work Efficiency and Granularity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Work 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introduces overhead in addition to useful computation.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efficiency improves when processors spend more time performing useful work.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synchronization, communication, and task creation.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workload across processing units.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describes the amount of computation performed by each parallel task.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tasks contain relatively little computation.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 tasks contain more computation.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fine-grained parallelism may suffer from scheduling and synchronization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Threshold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and task-based algorithms often need a threshold below which work executes sequentially.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subproblems can be parallelized.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subproblems may be faster sequentially.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threshold values and measure the effect on execution time.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Granularity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problem domain into chunks that can be processed independently.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chunk size that balances workload and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partitioning can be effective when workloads are uniform.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 can help when workloads vary.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Functions and Nested Parallelism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functions may contain several levels of computation.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parallelism introduces parallel regions inside other parallel regions.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levels of parallelism can oversubscribe the available hardware.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nested parallelism only when the workload justifies it.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Parallel-For Loops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Parallel-for distributes loop iterations across multiple workers.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should ideally be independent.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scheduling strategy affects load balance and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Loop-carried dependencies must be identified before parallelization.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– Simple Parallel Algorithms and Concurrency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and Cost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algorithm should expose enough independent work to keep processing units busy.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model includes computation, communication, synchronization, and scheduling.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theoretical algorithm may not be the fastest implementation on real hardware.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should consider the complete execution path.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and Deallocation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can become expensive in heavily parallel programs.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allocation and deallocation may introduce contention and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appropriate data ownership and reuse where possible.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sharing of mutable memory.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To and Returning From Functions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functions should clearly define input, output, and shared state.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accidental sharing of writable variables.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or explicit output buffers can make ownership clearer.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interfaces should make concurrency assumptions understandable.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Granularity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parallel constructs allow programmers to control the amount of work assigned to workers.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size should be large enough to amortize scheduling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can be adjusted experimentally.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should be evaluated using representative workloads.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combines multiple partial results into one final result.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sum, product, minimum, and maximum.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can compute a local result before the results are combined.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avoids unnecessary simultaneous updates to a shared variable.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computes prefix results over a sequence.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scan includes the current element; exclusive scan uses preceding elements.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is useful in parallel algorithms such as indexing, partitioning, and cumulative computation.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scan requires careful handling of dependencies.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Divide-and-conquer algorithms split a problem into smaller subproblems.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subproblems can execute in parallel.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combined after the subproblems finish.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recursive sorting and searching techniques.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Sorting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can be parallelized by dividing data and processing partitions concurrently.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sorting strategies include divide-and-conquer and partition-based approaches.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partition quality, memory behavior, and synchronization.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parallel and sequential implementations using the same data.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can distribute different portions of a collection among workers.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 search independently when there are no conflicting updates.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must define how and when a result is communicated.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datasets, memory access behavior can strongly affect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– Parallelism, Concurrency and Race Conditions</a:t>
            </a:r>
            <a:endParaRPr lang="en-US" sz="4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 vs Concurrency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means multiple activities are in progress during overlapping periods.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means multiple computations actually execute simultaneously.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program may run on one processor through interleaving.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requires multiple execution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and Concurrency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 to shared mutable data can produce race conditions.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may vary between executions.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caused by an unsafe ordering of accesses.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synchronization, atomic operations, or redesigned data ownership to eliminate the race.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Eliminating Race Conditions by Synchronization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establishes safe ordering between conflicting operations.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Locks/mutexes can protect critical sections.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safely update suitable shared variables.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should be limited to what is necessary because it can reduce parallel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section is a portion of code that accesses shared resources and must be protected.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required operations should be placed inside the critical section.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critical sections reduce parallelism.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 is correctness with minimal synchronization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execute as indivisible operations from the perspective of other threads.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useful for counters, flags, and other simple shared-state updates.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avoid some lock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complex operation can be safely replaced by a single atomic operation.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 – Suggested Sequence</a:t>
            </a:r>
            <a:endParaRPr lang="en-US" sz="4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Baseline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 sequential Fibonacci program.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 for several input sizes.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output correctness.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parallel version using an appropriate task/fork-join approach.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the required parallel support.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using different numbers of threads.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with the baseline.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Increment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large array.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each element sequentially.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loop.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and verify the final array.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 Demonstration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threads that increment a shared counter.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without synchronization and observe inconsistent results.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update using an appropriate synchronization mechanism.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compare correctness and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sum of a large array sequentially.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array among workers.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local sums.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local sums into the final result.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performance.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Granularity Experiment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task-based program with different task-size thresholds.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each threshold.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effect of task creation overhead.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practical threshold for the selected workload.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and 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with 1, 2, 4, 8 or available processing units.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speedup and efficiency.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measured speedup differs from ideal speedup.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Scaling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problem size fixed.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number of workers.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time, speedup, and efficiency.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point at which additional workers provide diminishing benefits.</a:t>
            </a:r>
            <a:endParaRPr 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Sorting/Search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or use a parallel sorting/search approach.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sequential implementation.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identical input data.</a:t>
            </a:r>
            <a:endParaRPr lang="en-US" sz="24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and verify results.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Study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parallel algorithm.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serial and parallel execution.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worker count and granularity.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speedup and efficiency.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observed performance using computation, synchronization, and overhead.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2591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programming is not simply 'adding more threads'; the algorithm and data dependencies must support parallel execution.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comes first: race conditions and synchronization errors must be addressed.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and efficiency provide quantitative measures of parallel performance.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and workload balance strongly influence performance.</a:t>
            </a:r>
            <a:endParaRPr lang="en-US" sz="2200" dirty="0"/>
          </a:p>
          <a:p>
            <a:pPr algn="l"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understand parallel programming is to implement, measure, and compare sequential and parallel versions.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2026-09-17T04:17:09Z</dcterms:created>
  <dcterms:modified xsi:type="dcterms:W3CDTF">2026-09-17T04:17:09Z</dcterms:modified>
</cp:coreProperties>
</file>